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 DINESH" userId="f43c6cb527e6a80a" providerId="LiveId" clId="{0835FC81-5D83-49DC-88AB-CBF576A8E58E}"/>
    <pc:docChg chg="custSel modSld">
      <pc:chgData name="V DINESH" userId="f43c6cb527e6a80a" providerId="LiveId" clId="{0835FC81-5D83-49DC-88AB-CBF576A8E58E}" dt="2026-04-26T06:25:40.197" v="6" actId="1076"/>
      <pc:docMkLst>
        <pc:docMk/>
      </pc:docMkLst>
      <pc:sldChg chg="modSp mod">
        <pc:chgData name="V DINESH" userId="f43c6cb527e6a80a" providerId="LiveId" clId="{0835FC81-5D83-49DC-88AB-CBF576A8E58E}" dt="2026-04-26T06:25:40.197" v="6" actId="1076"/>
        <pc:sldMkLst>
          <pc:docMk/>
          <pc:sldMk cId="0" sldId="256"/>
        </pc:sldMkLst>
        <pc:spChg chg="mod">
          <ac:chgData name="V DINESH" userId="f43c6cb527e6a80a" providerId="LiveId" clId="{0835FC81-5D83-49DC-88AB-CBF576A8E58E}" dt="2026-04-26T06:25:30.204" v="4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V DINESH" userId="f43c6cb527e6a80a" providerId="LiveId" clId="{0835FC81-5D83-49DC-88AB-CBF576A8E58E}" dt="2026-04-26T06:25:40.197" v="6" actId="1076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V DINESH" userId="f43c6cb527e6a80a" providerId="LiveId" clId="{0835FC81-5D83-49DC-88AB-CBF576A8E58E}" dt="2026-04-26T06:25:19.507" v="3" actId="20577"/>
        <pc:sldMkLst>
          <pc:docMk/>
          <pc:sldMk cId="0" sldId="266"/>
        </pc:sldMkLst>
        <pc:spChg chg="mod">
          <ac:chgData name="V DINESH" userId="f43c6cb527e6a80a" providerId="LiveId" clId="{0835FC81-5D83-49DC-88AB-CBF576A8E58E}" dt="2026-04-26T06:25:11.644" v="0" actId="1076"/>
          <ac:spMkLst>
            <pc:docMk/>
            <pc:sldMk cId="0" sldId="266"/>
            <ac:spMk id="2" creationId="{00000000-0000-0000-0000-000000000000}"/>
          </ac:spMkLst>
        </pc:spChg>
        <pc:spChg chg="mod">
          <ac:chgData name="V DINESH" userId="f43c6cb527e6a80a" providerId="LiveId" clId="{0835FC81-5D83-49DC-88AB-CBF576A8E58E}" dt="2026-04-26T06:25:19.507" v="3" actId="20577"/>
          <ac:spMkLst>
            <pc:docMk/>
            <pc:sldMk cId="0" sldId="26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41E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60400"/>
            <a:ext cx="7772400" cy="1470025"/>
          </a:xfrm>
        </p:spPr>
        <p:txBody>
          <a:bodyPr/>
          <a:lstStyle/>
          <a:p>
            <a:pPr algn="ctr">
              <a:defRPr b="1">
                <a:solidFill>
                  <a:srgbClr val="FFE132"/>
                </a:solidFill>
              </a:defRPr>
            </a:pPr>
            <a:r>
              <a:rPr dirty="0" err="1"/>
              <a:t>StockMind</a:t>
            </a:r>
            <a:r>
              <a:rPr dirty="0"/>
              <a:t> AI</a:t>
            </a:r>
          </a:p>
          <a:p>
            <a:pPr algn="ctr">
              <a:defRPr b="1">
                <a:solidFill>
                  <a:srgbClr val="FFE132"/>
                </a:solidFill>
              </a:defRPr>
            </a:pPr>
            <a:r>
              <a:rPr dirty="0"/>
              <a:t>Institutional Terminal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648456"/>
            <a:ext cx="7086600" cy="1752600"/>
          </a:xfrm>
        </p:spPr>
        <p:txBody>
          <a:bodyPr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dirty="0"/>
              <a:t>AI-Powered Real-Time Stock Market Intelligence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 dirty="0"/>
              <a:t>Presented by Rahul Valluri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78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FFE132"/>
                </a:solidFill>
              </a:defRPr>
            </a:pPr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• StockMind AI is a professional-grade stock market terminal.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Delivers real-time market data, AI predictions, and sentiment analysis.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Built to bridge the gap between retail investors and institutional trading tools.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Features a highly responsive, visually stunning 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1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FFFFFF"/>
                </a:solidFill>
              </a:defRPr>
            </a:pPr>
            <a:r>
              <a:t>2.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FFD2AA"/>
                </a:solidFill>
              </a:defRPr>
            </a:pPr>
            <a:r>
              <a:t>• Retail investors lack access to high-frequency trading (HFT) insights.</a:t>
            </a:r>
          </a:p>
          <a:p>
            <a:pPr>
              <a:defRPr sz="2400">
                <a:solidFill>
                  <a:srgbClr val="FFD2AA"/>
                </a:solidFill>
              </a:defRPr>
            </a:pPr>
            <a:r>
              <a:t>• Existing platforms are cluttered and cause cognitive overload.</a:t>
            </a:r>
          </a:p>
          <a:p>
            <a:pPr>
              <a:defRPr sz="2400">
                <a:solidFill>
                  <a:srgbClr val="FFD2AA"/>
                </a:solidFill>
              </a:defRPr>
            </a:pPr>
            <a:r>
              <a:t>• Disconnected tools: Users need separate apps for news, charts, and AI predictions.</a:t>
            </a:r>
          </a:p>
          <a:p>
            <a:pPr>
              <a:defRPr sz="2400">
                <a:solidFill>
                  <a:srgbClr val="FFD2AA"/>
                </a:solidFill>
              </a:defRPr>
            </a:pPr>
            <a:r>
              <a:t>• High latency in traditional monolithic finance applications.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14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64FFFF"/>
                </a:solidFill>
              </a:defRPr>
            </a:pPr>
            <a:r>
              <a:t>3. 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• A unified, all-in-one terminal for market intelligence.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Microservices architecture ensuring ultra-low latency updates.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Integration of Machine Learning for trend prediction and sentiment tracking.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Breathtaking User Interface designed for maximum focus and 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5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FFFFFF"/>
                </a:solidFill>
              </a:defRPr>
            </a:pPr>
            <a:r>
              <a:t>4.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• Frontend: React + Vite (High-performance UI rendering).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• Backend Gateway: Node.js + Socket.io (Real-time data streaming).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• ML Service: Python + FastAPI (Heavy computation &amp; model inference).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• Authentication: Firebase Auth (Secure user management).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8C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FFE132"/>
                </a:solidFill>
              </a:defRPr>
            </a:pPr>
            <a:r>
              <a:t>5. Frontend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• Built with React, leveraging Lucide React for iconography.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Framer Motion used for fluid, cinematic micro-animations.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Advanced Recharts integration for complex financial charting.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Glassmorphism: Translucent cards with deep volumetric shadows.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C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64FFFF"/>
                </a:solidFill>
              </a:defRPr>
            </a:pPr>
            <a:r>
              <a:t>6. Real-Time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• Node.js handles WebSocket connections for live price ticks.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Acts as an API Gateway to the Python ML Service.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HFT Simulation: Streams rapid order book updates to the client.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Secure architecture using CORS, Helmet, and Compression middleware.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E14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FFE132"/>
                </a:solidFill>
              </a:defRPr>
            </a:pPr>
            <a:r>
              <a:t>7. AI &amp; Machine Learning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• Built entirely in Python using FastAPI for asynchronous speed.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Time-Series Forecasting: Utilizes LSTM and Random Forest algorithms.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NLP Sentiment Analysis: Extracts financial news via Firecrawl.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Algorithmic confidence scoring for bullish/bearish signals.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99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96FFB4"/>
                </a:solidFill>
              </a:defRPr>
            </a:pPr>
            <a:r>
              <a:t>8. Core Features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• Live Dashboard: Overview of global markets, system health, and latency.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Dynamic Market Matrix: Real-time price tracking and volatility heatmaps.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Institutional Intelligence: AI parses news and scores market sentiment.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Order Book L2: Live visualization of bid/ask spreads.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78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FFD2AA"/>
                </a:solidFill>
              </a:defRPr>
            </a:pPr>
            <a:r>
              <a:t>9. Core Features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• Predictive Analytics: AI forecasts for short-term and long-term trends.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Smart Alerts: Notification system for high-priority market shifts.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Portfolio Management: Track assets with real-time valuation updates.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Institutional Design: Apple-grade polished aesthetics.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3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1792" y="651129"/>
            <a:ext cx="7772400" cy="1470025"/>
          </a:xfrm>
        </p:spPr>
        <p:txBody>
          <a:bodyPr/>
          <a:lstStyle/>
          <a:p>
            <a:pPr algn="ctr">
              <a:defRPr b="1">
                <a:solidFill>
                  <a:srgbClr val="64FFFF"/>
                </a:solidFill>
              </a:defRPr>
            </a:pPr>
            <a:r>
              <a:rPr dirty="0"/>
              <a:t>10. Conclusion &amp; Future Scope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5608" y="2798064"/>
            <a:ext cx="6400800" cy="1752600"/>
          </a:xfrm>
        </p:spPr>
        <p:txBody>
          <a:bodyPr>
            <a:normAutofit fontScale="70000" lnSpcReduction="20000"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dirty="0"/>
              <a:t>• Expand to real brokerage API integration (Alpaca/Interactive Brokers).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 dirty="0"/>
              <a:t>• Add multi-factor authentication (MFA).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 dirty="0"/>
              <a:t>Thank you!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502</Words>
  <Application>Microsoft Office PowerPoint</Application>
  <PresentationFormat>On-screen Show (4:3)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StockMind AI Institutional Terminal</vt:lpstr>
      <vt:lpstr>1. Introduction</vt:lpstr>
      <vt:lpstr>2. Problem Statement</vt:lpstr>
      <vt:lpstr>3. Proposed Solution</vt:lpstr>
      <vt:lpstr>4. System Architecture</vt:lpstr>
      <vt:lpstr>5. Frontend Technologies</vt:lpstr>
      <vt:lpstr>6. Real-Time Backend</vt:lpstr>
      <vt:lpstr>7. AI &amp; Machine Learning Engine</vt:lpstr>
      <vt:lpstr>8. Core Features (Part 1)</vt:lpstr>
      <vt:lpstr>9. Core Features (Part 2)</vt:lpstr>
      <vt:lpstr>10. 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 DINESH</cp:lastModifiedBy>
  <cp:revision>1</cp:revision>
  <dcterms:created xsi:type="dcterms:W3CDTF">2013-01-27T09:14:16Z</dcterms:created>
  <dcterms:modified xsi:type="dcterms:W3CDTF">2026-04-26T06:25:48Z</dcterms:modified>
  <cp:category/>
</cp:coreProperties>
</file>