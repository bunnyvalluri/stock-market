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>
                <a:solidFill>
                  <a:srgbClr val="06B6D4"/>
                </a:solidFill>
              </a:defRPr>
            </a:pPr>
            <a:r>
              <a:t>StockMind AI</a:t>
            </a:r>
          </a:p>
          <a:p>
            <a:pPr algn="ctr">
              <a:defRPr b="1">
                <a:solidFill>
                  <a:srgbClr val="06B6D4"/>
                </a:solidFill>
              </a:defRPr>
            </a:pPr>
            <a:r>
              <a:t>Institutional Terminal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>
                <a:solidFill>
                  <a:srgbClr val="A1A1AA"/>
                </a:solidFill>
              </a:defRPr>
            </a:pPr>
            <a:r>
              <a:t>AI-Powered Real-Time Stock Market Intelligence</a:t>
            </a:r>
          </a:p>
          <a:p>
            <a:pPr algn="ctr">
              <a:defRPr>
                <a:solidFill>
                  <a:srgbClr val="A1A1AA"/>
                </a:solidFill>
              </a:defRPr>
            </a:pPr>
            <a:r>
              <a:t>Presented by Rahul Valluri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DFDFD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StockMind AI is a professional-grade stock market terminal.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Delivers real-time market data, AI predictions, and sentiment analysis.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Built to bridge the gap between retail investors and institutional trading tools.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Features a highly responsive, glassmorphism-based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59E0B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Retail investors lack access to high-frequency trading (HFT) insights.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Existing platforms are cluttered and cause cognitive overload.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Disconnected tools: Users need separate apps for news, charts, and AI predictions.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High latency in traditional monolithic finance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10B981"/>
                </a:solidFill>
              </a:defRPr>
            </a:pPr>
            <a:r>
              <a:t>3.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A unified, all-in-one terminal for market intelligence.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Microservices architecture ensuring ultra-low latency updates.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Integration of Machine Learning for trend prediction and sentiment tracking.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Breathtaking 'Obsidian OLED' User Interface for maximum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563EB"/>
                </a:solidFill>
              </a:defRPr>
            </a:pPr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Frontend: React + Vite (High-performance UI rendering).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Backend Gateway: Node.js + Socket.io (Real-time data streaming).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ML Service: Python + FastAPI (Heavy computation &amp; model inference).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Authentication: Firebase Auth (Secure user management).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7C3AED"/>
                </a:solidFill>
              </a:defRPr>
            </a:pPr>
            <a:r>
              <a:t>5. Frontend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Built with React, leveraging Lucide React for iconography.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Framer Motion used for fluid, cinematic micro-animations.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Advanced Recharts integration for complex financial charting.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Glassmorphism: Translucent cards with deep volumetric shadows.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6B6D4"/>
                </a:solidFill>
              </a:defRPr>
            </a:pPr>
            <a:r>
              <a:t>6. Real-Time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Node.js handles WebSocket connections for live price ticks.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Acts as an API Gateway to the Python ML Service.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HFT Simulation: Streams rapid order book updates to the client.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Secure architecture using CORS, Helmet, and Compression middleware.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59E0B"/>
                </a:solidFill>
              </a:defRPr>
            </a:pPr>
            <a:r>
              <a:t>7. AI &amp; Machine Learning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Built entirely in Python using FastAPI for asynchronous speed.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Time-Series Forecasting: Utilizes LSTM and Random Forest algorithms.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NLP Sentiment Analysis: Extracts financial news via Firecrawl.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Algorithmic confidence scoring for bullish/bearish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DFDFD"/>
                </a:solidFill>
              </a:defRPr>
            </a:pPr>
            <a:r>
              <a:t>8. Core Features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Live Dashboard: Overview of global markets, system health, and latency.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Dynamic Market Matrix: Real-time price tracking and volatility heatmaps.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Institutional Intelligence: AI parses news and scores market sentiment.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Order Book L2: Live visualization of bid/ask spreads.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10B981"/>
                </a:solidFill>
              </a:defRPr>
            </a:pPr>
            <a:r>
              <a:t>9. Core Features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• Predictive Analytics: AI forecasts for short-term and long-term trends.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Smart Alerts: Notification system for high-priority market shifts.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Portfolio Management: Track assets with real-time valuation updates.</a:t>
            </a:r>
          </a:p>
          <a:p>
            <a:pPr>
              <a:defRPr sz="2400">
                <a:solidFill>
                  <a:srgbClr val="A1A1AA"/>
                </a:solidFill>
              </a:defRPr>
            </a:pPr>
            <a:r>
              <a:t>• Institutional Design: Apple-grade polished dark mode aesthetics.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>
                <a:solidFill>
                  <a:srgbClr val="06B6D4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>
                <a:solidFill>
                  <a:srgbClr val="FDFDFD"/>
                </a:solidFill>
              </a:defRPr>
            </a:pPr>
            <a:r>
              <a:t>• Expand to real brokerage API integration (Alpaca/Interactive Brokers).</a:t>
            </a:r>
          </a:p>
          <a:p>
            <a:pPr algn="ctr">
              <a:defRPr>
                <a:solidFill>
                  <a:srgbClr val="FDFDFD"/>
                </a:solidFill>
              </a:defRPr>
            </a:pPr>
            <a:r>
              <a:t>• Add multi-factor authentication (MFA).</a:t>
            </a:r>
          </a:p>
          <a:p>
            <a:pPr algn="ctr">
              <a:defRPr>
                <a:solidFill>
                  <a:srgbClr val="FDFDFD"/>
                </a:solidFill>
              </a:defRPr>
            </a:pPr>
          </a:p>
          <a:p>
            <a:pPr algn="ctr">
              <a:defRPr>
                <a:solidFill>
                  <a:srgbClr val="FDFDFD"/>
                </a:solidFill>
              </a:defRPr>
            </a:pPr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